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79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7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1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02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6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9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6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7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7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7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448A1-9D35-423E-81C1-10A861438B12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62AFF-7BA8-4768-9881-B153691D6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3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Taxonomy of Bugs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0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Structural Bugs: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Various categories in Structural bugs include: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Control &amp; sequence bugs</a:t>
            </a:r>
          </a:p>
          <a:p>
            <a:r>
              <a:rPr lang="en-US" dirty="0" smtClean="0"/>
              <a:t>Logic bugs</a:t>
            </a:r>
          </a:p>
          <a:p>
            <a:r>
              <a:rPr lang="en-US" dirty="0" smtClean="0"/>
              <a:t>Processing bugs</a:t>
            </a:r>
          </a:p>
          <a:p>
            <a:r>
              <a:rPr lang="en-US" dirty="0" smtClean="0"/>
              <a:t>Initialization bugs</a:t>
            </a:r>
          </a:p>
          <a:p>
            <a:r>
              <a:rPr lang="en-US" dirty="0" smtClean="0"/>
              <a:t>Data-flow bugs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3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178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Control &amp; sequence bugs: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6910"/>
            <a:ext cx="10515600" cy="493005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Bugs in Jump statements, selection, Decision and Iteration Statements.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 &amp; S bugs include: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improper nesting of loops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Loop termination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Unreachable code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Use of go-to statements without justification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523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Logic bugs: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01318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Logic bugs describe how case statements &amp; Logic operators behave Singles &amp; Combination.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It include: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Evaluation of Boolean expression in nested loops.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If then else constructs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Case statements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Logic operators( confusing exclusive OR with inclusive OR)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2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Processing bugs: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494390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Processing bugs include arithmetic bugs, algebraic, mathematical function evaluation.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when It occurs?</a:t>
            </a:r>
          </a:p>
          <a:p>
            <a:r>
              <a:rPr lang="en-US" dirty="0" smtClean="0"/>
              <a:t>Incorrect conversion from one data representation to other.</a:t>
            </a:r>
          </a:p>
          <a:p>
            <a:r>
              <a:rPr lang="en-US" dirty="0" smtClean="0"/>
              <a:t>Improper use of greater than or equal to.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0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Initialization bugs: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145"/>
            <a:ext cx="10515600" cy="466681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Intialization</a:t>
            </a:r>
            <a:r>
              <a:rPr lang="en-US" dirty="0" smtClean="0"/>
              <a:t> bugs include: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Forgetting to initialize the variable before first use.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Assuming that they are initialized elsewhere.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err="1" smtClean="0"/>
              <a:t>Intializing</a:t>
            </a:r>
            <a:r>
              <a:rPr lang="en-US" dirty="0" smtClean="0"/>
              <a:t> it in a wrong 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4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Data-flow bugs: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8582"/>
            <a:ext cx="10515600" cy="470838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These are special case of initialization bugs.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It include: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Using </a:t>
            </a:r>
            <a:r>
              <a:rPr lang="en-US" dirty="0" err="1" smtClean="0"/>
              <a:t>unintialized</a:t>
            </a:r>
            <a:r>
              <a:rPr lang="en-US" dirty="0" smtClean="0"/>
              <a:t> variable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Initializing the variable twice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Modifying the variable and not storing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63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3. Data Bugs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273"/>
            <a:ext cx="10515600" cy="458369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Data bugs arise from specification of data objects, their formats.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eg</a:t>
            </a:r>
            <a:r>
              <a:rPr lang="en-US" dirty="0" smtClean="0"/>
              <a:t>: incorrect data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missing data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duplicate data</a:t>
            </a:r>
          </a:p>
          <a:p>
            <a:pPr marL="0" indent="0">
              <a:buNone/>
            </a:pPr>
            <a:r>
              <a:rPr lang="en-US" dirty="0" smtClean="0"/>
              <a:t>         inconsistent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467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665019"/>
            <a:ext cx="5157787" cy="457200"/>
          </a:xfrm>
        </p:spPr>
        <p:txBody>
          <a:bodyPr/>
          <a:lstStyle/>
          <a:p>
            <a:r>
              <a:rPr lang="en-US" dirty="0" smtClean="0"/>
              <a:t>Dynamic Data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316182"/>
            <a:ext cx="5157787" cy="51400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Dynamic data are transitory.</a:t>
            </a:r>
          </a:p>
          <a:p>
            <a:r>
              <a:rPr lang="en-US" dirty="0" smtClean="0"/>
              <a:t>Whatever their purpose, their lifetime is short, typically the processing time of one transaction.</a:t>
            </a:r>
          </a:p>
          <a:p>
            <a:r>
              <a:rPr lang="en-US" dirty="0" smtClean="0"/>
              <a:t>DB bugs are due to leftover garbage in a shared resource.</a:t>
            </a:r>
          </a:p>
          <a:p>
            <a:r>
              <a:rPr lang="en-US" dirty="0" smtClean="0"/>
              <a:t>This can be handled in one of the 3 ways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Cleanup after the use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Common cleanup by resource manager.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No cleanup.</a:t>
            </a:r>
            <a:endParaRPr lang="en-US" sz="24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568036"/>
            <a:ext cx="5183188" cy="554183"/>
          </a:xfrm>
        </p:spPr>
        <p:txBody>
          <a:bodyPr/>
          <a:lstStyle/>
          <a:p>
            <a:r>
              <a:rPr lang="en-US" dirty="0" smtClean="0"/>
              <a:t>Static data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16182"/>
            <a:ext cx="5183188" cy="4873481"/>
          </a:xfrm>
        </p:spPr>
        <p:txBody>
          <a:bodyPr/>
          <a:lstStyle/>
          <a:p>
            <a:r>
              <a:rPr lang="en-US" dirty="0" smtClean="0"/>
              <a:t>Static data are fixed in form &amp; content.</a:t>
            </a:r>
          </a:p>
          <a:p>
            <a:r>
              <a:rPr lang="en-US" dirty="0" smtClean="0"/>
              <a:t>They appear in source code or database directly or indirectly.</a:t>
            </a:r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: a no., a string of characters, or a bit of patterns.</a:t>
            </a:r>
          </a:p>
          <a:p>
            <a:r>
              <a:rPr lang="en-US" dirty="0" smtClean="0"/>
              <a:t>Compile time processing will solve the bugs caused by static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08364"/>
            <a:ext cx="10515600" cy="506859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Dynamic &amp; static data can be represented in the form of a parameter or information.</a:t>
            </a:r>
          </a:p>
          <a:p>
            <a:r>
              <a:rPr lang="en-US" b="1" dirty="0" smtClean="0"/>
              <a:t>Content </a:t>
            </a:r>
            <a:r>
              <a:rPr lang="en-US" dirty="0" smtClean="0"/>
              <a:t>can be an actual bit pattern, character string, or number in a data structure.</a:t>
            </a:r>
          </a:p>
          <a:p>
            <a:r>
              <a:rPr lang="en-US" b="1" dirty="0" smtClean="0"/>
              <a:t>Structure</a:t>
            </a:r>
            <a:r>
              <a:rPr lang="en-US" dirty="0" smtClean="0"/>
              <a:t> relates to the size, shape &amp; numbers that describe the data object.</a:t>
            </a:r>
          </a:p>
          <a:p>
            <a:r>
              <a:rPr lang="en-US" b="1" dirty="0" smtClean="0"/>
              <a:t>Attribute</a:t>
            </a:r>
            <a:r>
              <a:rPr lang="en-US" dirty="0" smtClean="0"/>
              <a:t> relates to the semantics associated with the contents of a data object.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35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4. Coding Bugs: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5782"/>
            <a:ext cx="10515600" cy="42511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Coding bugs can create any other kind of bugs.</a:t>
            </a:r>
          </a:p>
          <a:p>
            <a:pPr marL="0" indent="0">
              <a:buNone/>
            </a:pPr>
            <a:r>
              <a:rPr lang="en-US" dirty="0" smtClean="0"/>
              <a:t>  If a program has many syntax errors then we should expect many logic and coding bugs.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The documentation bugs are also considered as coding bugs.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84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1257"/>
            <a:ext cx="10515600" cy="99277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5. Interface, Integration &amp; System Bugs: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Various categories in interface bugs are: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 smtClean="0"/>
              <a:t>External interfaces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The external interfaces are the means used to communicate with the world.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The external interface is fixed and the system must adapt to it.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u="sng" dirty="0" smtClean="0"/>
              <a:t>Internal interfaces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An internal interface connects components within a system, focusing on internal dataflow .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/>
              <a:t>It facilitates communication between internal modules.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9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50414"/>
            <a:ext cx="10515600" cy="5176066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u="sng" dirty="0" smtClean="0"/>
              <a:t>Hardware Architecture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Bugs related to the h/w architecture originates mostly from misunderstanding how the h/w works.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 smtClean="0"/>
              <a:t>Eg</a:t>
            </a:r>
            <a:r>
              <a:rPr lang="en-US" dirty="0" smtClean="0"/>
              <a:t>: Address generation error, i/o device operation or instruction error, waiting too long for a response, incorrect interrupt handling.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The remedy for h/w architecture problems is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Good programming &amp; Testing.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Centralization of h/w interface.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u="sng" dirty="0" smtClean="0"/>
              <a:t>OS Bugs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OS bugs are combination of h/w architecture &amp; interface bugs.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2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0526"/>
            <a:ext cx="10515600" cy="523643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OS bugs are mostly caused by misunderstanding of what does the OS do.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So, we have to use OS interface specialists &amp; use explicit interface modules.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This approach may not eliminate the bugs but make testing easier.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u="sng" dirty="0" smtClean="0"/>
              <a:t>S/w Architecture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Routines can pass unit &amp; Integration testing without revealing such bugs.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Many of them depend on load &amp; emerge only when the system is stressed.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0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0343"/>
            <a:ext cx="10515600" cy="506662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The remedy for s/w architecture problems is: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Careful integration of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Subjecting the final system to a stress test are effect methods for s/w bugs.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dirty="0" smtClean="0"/>
              <a:t>Control &amp; Sequence bugs: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lang="en-US" u="sng" dirty="0" smtClean="0"/>
              <a:t>Resource Management problems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Memory is subdivided into dynamically allocated resources such as buffer blocks, task control blocks &amp; overlay buffers.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External storage devices such as discs are subdivided into memory resource pools.</a:t>
            </a:r>
          </a:p>
          <a:p>
            <a:pPr marL="0" indent="0" algn="r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78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0891"/>
            <a:ext cx="10515600" cy="557607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Some resource management bugs occurs when required resource is not obtained, wrong resource used, resource already in use.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b="1" dirty="0" smtClean="0"/>
              <a:t>Integration Bugs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When we are integrating one component module with other component these bugs arises.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These bugs results inconsistencies or </a:t>
            </a:r>
            <a:r>
              <a:rPr lang="en-US" dirty="0" err="1" smtClean="0"/>
              <a:t>incompatabilities</a:t>
            </a:r>
            <a:r>
              <a:rPr lang="en-US" dirty="0" smtClean="0"/>
              <a:t> between components.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Areas in which integration bugs arises are: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 Data structures, registers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Call sequences, Semaphores.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4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7463"/>
            <a:ext cx="10515600" cy="52495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b="1" dirty="0" smtClean="0"/>
              <a:t>System Bugs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System bugs covers all kinds of other bugs.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such as, programs, data, h/w, s/w </a:t>
            </a:r>
            <a:r>
              <a:rPr lang="en-US" dirty="0"/>
              <a:t>&amp;</a:t>
            </a:r>
            <a:r>
              <a:rPr lang="en-US" dirty="0" smtClean="0"/>
              <a:t> the OS.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Until there has been thorough component and integration testing there can be no meaningful system testing.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389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5944"/>
            <a:ext cx="10515600" cy="1045028"/>
          </a:xfrm>
        </p:spPr>
        <p:txBody>
          <a:bodyPr>
            <a:normAutofit/>
          </a:bodyPr>
          <a:lstStyle/>
          <a:p>
            <a:r>
              <a:rPr lang="en-US" sz="4000" dirty="0" smtClean="0"/>
              <a:t>6. Test &amp; Test design Bugs: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0972"/>
            <a:ext cx="10515600" cy="493599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Testing criteria: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The specification has to be correct, and it is correctly interpreted &amp; implemented and a proper test case has to be designed.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The more complicated the criteria, the more bugs they have.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Remedies for test bugs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u="sng" dirty="0" smtClean="0"/>
              <a:t>Test debugging</a:t>
            </a:r>
            <a:r>
              <a:rPr lang="en-US" dirty="0" smtClean="0"/>
              <a:t>:   The first remedy for test bugs is testing &amp; debugging the </a:t>
            </a:r>
            <a:r>
              <a:rPr lang="en-US" smtClean="0"/>
              <a:t>tests.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</a:t>
            </a:r>
            <a:r>
              <a:rPr lang="en-US" u="sng" dirty="0" smtClean="0"/>
              <a:t>est Quality Assurance</a:t>
            </a:r>
            <a:r>
              <a:rPr lang="en-US" dirty="0" smtClean="0"/>
              <a:t>: Testing the various kinds of QA techniques for ensuring the quality in testing.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42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92331"/>
            <a:ext cx="10515600" cy="548463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Test Execution Automation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Test execution bugs are virtually eliminated by various test execution automation tools.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u="sng" dirty="0" smtClean="0"/>
              <a:t>Test Design Automation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Now a days much s/w development is automated and </a:t>
            </a:r>
            <a:r>
              <a:rPr lang="en-US" dirty="0" smtClean="0"/>
              <a:t>much </a:t>
            </a:r>
            <a:r>
              <a:rPr lang="en-US" dirty="0" smtClean="0"/>
              <a:t>test design has been automated.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9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10450</TotalTime>
  <Words>1010</Words>
  <Application>Microsoft Office PowerPoint</Application>
  <PresentationFormat>Widescreen</PresentationFormat>
  <Paragraphs>128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Wingdings</vt:lpstr>
      <vt:lpstr>Office Theme</vt:lpstr>
      <vt:lpstr>Taxonomy of Bugs</vt:lpstr>
      <vt:lpstr>Structural Bugs:</vt:lpstr>
      <vt:lpstr>Control &amp; sequence bugs:</vt:lpstr>
      <vt:lpstr>Logic bugs: </vt:lpstr>
      <vt:lpstr>Processing bugs: </vt:lpstr>
      <vt:lpstr>Initialization bugs: </vt:lpstr>
      <vt:lpstr>Data-flow bugs: </vt:lpstr>
      <vt:lpstr>3. Data Bugs</vt:lpstr>
      <vt:lpstr>PowerPoint Presentation</vt:lpstr>
      <vt:lpstr>PowerPoint Presentation</vt:lpstr>
      <vt:lpstr>4. Coding Bugs:</vt:lpstr>
      <vt:lpstr>5. Interface, Integration &amp; System Bugs: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6. Test &amp; Test design Bugs: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Taxonomy of Bugs</dc:title>
  <dc:creator>Priyanka</dc:creator>
  <cp:lastModifiedBy>CSE43</cp:lastModifiedBy>
  <cp:revision>21</cp:revision>
  <dcterms:created xsi:type="dcterms:W3CDTF">2025-12-16T16:07:47Z</dcterms:created>
  <dcterms:modified xsi:type="dcterms:W3CDTF">2026-01-07T06:08:11Z</dcterms:modified>
</cp:coreProperties>
</file>